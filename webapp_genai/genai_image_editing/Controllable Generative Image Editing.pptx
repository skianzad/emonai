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CONTROLLABLE GENERATIVE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EDITING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E9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which model makes the best image — how editing becomes controllable, reversible, reusable, and interactive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1280160" cy="18288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8404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connected approaches, a two-phase evaluation strategy, and a control layer that sits outside any one model.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 · 5 APPROACHES · EVALUATION STRATEGY · CONTRIBUTION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Shift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systems flatten the edit into a new image. We keep the structure behind it.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SYSTEMS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177272" cy="77724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06040"/>
            <a:ext cx="9628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+ prompt  →  generated image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74720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generated, the structure behind the edit disappears — the output is a flattened image. If something's wrong, the only fix is to reprompt and regenerate.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0177272" cy="7772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572000"/>
            <a:ext cx="9628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+ intent  →  structured edit  →  preview  →  editable result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4068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edit retains what changed, where, why, which references were used, and how it can be manipulated later.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Connected Approaches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restores a piece of structure that flattening would otherwise destroy.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" cy="585216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103120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3108960" cy="585216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07008" y="2103120"/>
            <a:ext cx="2889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2103120"/>
            <a:ext cx="6519672" cy="585216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15968" y="2103120"/>
            <a:ext cx="6300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restores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548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688336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2688336"/>
            <a:ext cx="3108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07008" y="2688336"/>
            <a:ext cx="2889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Preview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2688336"/>
            <a:ext cx="6519672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15968" y="2688336"/>
            <a:ext cx="6300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before committing to expensive generation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73552"/>
            <a:ext cx="548640" cy="585216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273552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3273552"/>
            <a:ext cx="3108960" cy="585216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07008" y="3273552"/>
            <a:ext cx="2889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3273552"/>
            <a:ext cx="6519672" cy="585216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15968" y="3273552"/>
            <a:ext cx="6300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 between edits, not just the latest state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58768"/>
            <a:ext cx="548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858768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97280" y="3858768"/>
            <a:ext cx="3108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07008" y="3858768"/>
            <a:ext cx="2889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References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3858768"/>
            <a:ext cx="6519672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15968" y="3858768"/>
            <a:ext cx="6300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evidence, instead of forcing the model to invent missing detail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443984"/>
            <a:ext cx="548640" cy="585216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443984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97280" y="4443984"/>
            <a:ext cx="3108960" cy="585216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07008" y="4443984"/>
            <a:ext cx="2889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Prompt Controls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06240" y="4443984"/>
            <a:ext cx="6519672" cy="585216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15968" y="4443984"/>
            <a:ext cx="6300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intent as re-editable parameters, not fixed text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548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5029200"/>
            <a:ext cx="329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97280" y="5029200"/>
            <a:ext cx="31089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07008" y="5029200"/>
            <a:ext cx="2889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Mask Islands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06240" y="5029200"/>
            <a:ext cx="6519672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15968" y="5029200"/>
            <a:ext cx="6300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change as a separate, manipulable, reversible object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1 — FAST PREVIEW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Preview, Before Full Commitment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→ fast preview → user confirmation → full-quality generation.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017520" cy="566928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103120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66160" y="2103120"/>
            <a:ext cx="7159752" cy="566928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5888" y="2103120"/>
            <a:ext cx="6940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67004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latent decode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2670048"/>
            <a:ext cx="715975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75888" y="2670048"/>
            <a:ext cx="6940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the diffusion latent before denoising finishes, for a rough, near-instant preview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3017520" cy="56692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23697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Low-resolution generation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66160" y="3236976"/>
            <a:ext cx="7159752" cy="56692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75888" y="3236976"/>
            <a:ext cx="6940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at reduced resolution first, upscale only on confirmation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80390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Distilled / few-step model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66160" y="3803904"/>
            <a:ext cx="715975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75888" y="3803904"/>
            <a:ext cx="6940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1–4 step model for the draft; invoke the full model only after the user confirms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370832"/>
            <a:ext cx="3017520" cy="56692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4370832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proxy first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66160" y="4370832"/>
            <a:ext cx="7159752" cy="56692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75888" y="4370832"/>
            <a:ext cx="6940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move/resize/reshape, show the warped preview immediately — no generative model involved yet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2064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preview doesn't need to be beautiful — it needs to answer one question: “Is this edit going in the direction I intended?”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1 — FAST PREVIEW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Measure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alone misses the point — the preview has to be predictive, not just fast.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0177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Time to useful feedback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14016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Not raw latency — how long until the user has enough information to decide whether to proceed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16352"/>
            <a:ext cx="10177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Preview-to-final agreement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27248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Does the preview correctly predict whether the final edit will be accepted?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9584"/>
            <a:ext cx="10177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Avoided full generations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840480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How many expensive full renders were skipped because the preview already answered the question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42816"/>
            <a:ext cx="10177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Prompt retries needed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553712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Fewer retries is the real signal that the preview — and the prompt — are doing their job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2 — VERSION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Edit Is a Version, Not a Replacement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maintains a tree internally — branches, not overwrites.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931920" y="23774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A0A0A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931920" y="2377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31920" y="32918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EDEDED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2880360"/>
            <a:ext cx="0" cy="4114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42062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EDEDED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42062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EDEDED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42062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EDEDED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32120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794760"/>
            <a:ext cx="-1600200" cy="4114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794760"/>
            <a:ext cx="0" cy="4114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794760"/>
            <a:ext cx="1600200" cy="4114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51206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A0A0A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5120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4709160"/>
            <a:ext cx="0" cy="41148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2377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Return to any point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265176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Branch from an earlier edit without losing later work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Parent tells you where, not when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347472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Timestamp says when; the parent relationship says where an edit belongs in the history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2 — VERSION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Version Stores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regeneratable record — not just pixels.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937760" cy="420624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4937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1518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edit 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4937760" cy="420624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2724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4937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6393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instruction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51376"/>
            <a:ext cx="4937760" cy="420624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5137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edit operation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4937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6634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and model version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2103120"/>
            <a:ext cx="4937760" cy="420624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89320" y="21031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and generation parameters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6440" y="2615184"/>
            <a:ext cx="4937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261518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6440" y="3127248"/>
            <a:ext cx="4937760" cy="420624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89320" y="312724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images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06440" y="3639312"/>
            <a:ext cx="4937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36393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regions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06440" y="4151376"/>
            <a:ext cx="4937760" cy="420624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89320" y="415137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06440" y="4663440"/>
            <a:ext cx="4937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9320" y="46634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2 — VERSION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Expose the Tree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it internally; show something simpler.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History strip, not node graph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95728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Alternative variants surfaced the way a camera app shows burst-mode results — the branching stays invisible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Linear until it isn't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27248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Default to the single path the user actually followed; reveal branches only when asked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Provenance over structure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858768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Users care more about what changed and why than about where a version sits in a tree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0177272" cy="640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434840"/>
            <a:ext cx="9628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tree. Ship a strip.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3 — SUPPORTING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Can't Reconstruct Missing Detail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alone often doesn't contain enough information to fill in what's hidden.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handbag is partially occluded and the user asks the model to move it, the model has to invent the hidden side.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image + prompt  →  main image + prompt + supporting images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2834640" cy="457200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36576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3657600"/>
            <a:ext cx="7342632" cy="457200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3657600"/>
            <a:ext cx="7123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41148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photo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4114800"/>
            <a:ext cx="7342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93008" y="4114800"/>
            <a:ext cx="7123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occluded handbag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2834640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45720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4572000"/>
            <a:ext cx="7342632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93008" y="4572000"/>
            <a:ext cx="7123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handbag, from the front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50292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5029200"/>
            <a:ext cx="7342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93008" y="5029200"/>
            <a:ext cx="7123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handbag, from the side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2834640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54864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5486400"/>
            <a:ext cx="7342632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93008" y="5486400"/>
            <a:ext cx="7123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person wearing the handbag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3 — SUPPORTING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Roles, Not Blind Passing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reference's purpose is stored explicitly, not left for the model to infer.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377440" cy="548640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2103120"/>
            <a:ext cx="2377440" cy="548640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35808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2103120"/>
            <a:ext cx="5422392" cy="548640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13248" y="2103120"/>
            <a:ext cx="5202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6517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265176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35808" y="26517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Handbag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2651760"/>
            <a:ext cx="542239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13248" y="2651760"/>
            <a:ext cx="5202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/ logo / texture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2377440" cy="54864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20040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3200400"/>
            <a:ext cx="2377440" cy="54864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35808" y="320040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Handbag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3200400"/>
            <a:ext cx="5422392" cy="54864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13248" y="3200400"/>
            <a:ext cx="5202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geometry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7490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0" y="374904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35808" y="37490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0" y="3749040"/>
            <a:ext cx="542239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13248" y="3749040"/>
            <a:ext cx="5202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Strap position / body relationship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52628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makes a reference evidence rather than noise — the model knows what each image is for before it's used.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3 — SUPPORTING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Auxiliary Grounding Works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architectural patterns from the research.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377440" cy="566928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10312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0" y="2103120"/>
            <a:ext cx="5303520" cy="566928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35808" y="2103120"/>
            <a:ext cx="5084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0" y="2103120"/>
            <a:ext cx="2496312" cy="566928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39328" y="2103120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670048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Cross-attention injection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2670048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35808" y="2670048"/>
            <a:ext cx="5084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attention layers bind a reference image to a specific text token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2670048"/>
            <a:ext cx="24963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9328" y="2670048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Alchemist — Snap, CVPR 2025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36976"/>
            <a:ext cx="2377440" cy="56692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23697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fusion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3236976"/>
            <a:ext cx="5303520" cy="56692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35808" y="3236976"/>
            <a:ext cx="5084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features concatenated channel-wise with generation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3236976"/>
            <a:ext cx="2496312" cy="56692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9328" y="323697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MAGREF — ByteDance, arXiv 2025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803904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803904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Region-aware masking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0" y="3803904"/>
            <a:ext cx="5303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35808" y="3803904"/>
            <a:ext cx="5084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reference only influences the masked region it's relevant 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3803904"/>
            <a:ext cx="24963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39328" y="3803904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MAGREF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370832"/>
            <a:ext cx="2377440" cy="56692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37083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Multi-view fusion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0" y="4370832"/>
            <a:ext cx="5303520" cy="56692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35808" y="4370832"/>
            <a:ext cx="5084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encoders per viewpoint, adaptively fused for 3D consistency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0" y="4370832"/>
            <a:ext cx="2496312" cy="56692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39328" y="4370832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MV-S2V — AAAI 2026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3 — SUPPORTING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Experimental Comparison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conditions, isolating how much reference grounding actually helps.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9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04288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only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9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52928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+ one reference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9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401568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+ multiple references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9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950208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+ automatically selected references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9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498848"/>
            <a:ext cx="9720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+ references spatially connected to specific masks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12080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measures: identity preservation, texture preservation, geometric consistency, prompt adherence, and unwanted information leaking from references.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3 — SUPPORTING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Modes to Guard Against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goes wrong when references aren't masked or bound correctly.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0177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Identity blending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14016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Traits from two references bleed together into one subject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16352"/>
            <a:ext cx="10177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Pose inconsistency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27248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A reference from a different angle than the target causes warped geometry when naively fused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9584"/>
            <a:ext cx="10177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Lighting / style mismatch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840480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A loosely-bound reference causes an unwanted style shift in the result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42816"/>
            <a:ext cx="10177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Overfitting / copy-paste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553712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Without constraints, the model pastes reference content directly instead of integrating it — masking and token-conditioned fusion both mitigate this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4 — STRUCTURED PROMPT CONTROLS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Prompt to Parameters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is the start of the interaction, not the only mechanism.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“Move the bag a little to the left, make it 20% smaller, and keep the logo unchanged.”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834640" cy="457200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8803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880360"/>
            <a:ext cx="7342632" cy="457200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3008" y="2880360"/>
            <a:ext cx="7123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3375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337560"/>
            <a:ext cx="7342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93008" y="3337560"/>
            <a:ext cx="7123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2834640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7947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3794760"/>
            <a:ext cx="7342632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93008" y="3794760"/>
            <a:ext cx="7123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— X: −12%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2519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4251960"/>
            <a:ext cx="73426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93008" y="4251960"/>
            <a:ext cx="7123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— Scale: 80%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2834640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70916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4709160"/>
            <a:ext cx="7342632" cy="45720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93008" y="4709160"/>
            <a:ext cx="7123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logo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94960"/>
            <a:ext cx="10177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editing becomes parameter editing — the user doesn't have to rewrite the whole sentence to nudge one value.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4 — STRUCTURED PROMPT CONTROLS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by Operation Type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ships in v1: prompt + mask + strength + structured parameters.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937760" cy="438912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and scale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4937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3347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strength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63824"/>
            <a:ext cx="4937760" cy="438912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6382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boundary softness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94176"/>
            <a:ext cx="4937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69417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 intensity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24528"/>
            <a:ext cx="4937760" cy="438912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2245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2103120"/>
            <a:ext cx="4937760" cy="438912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89320" y="21031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2633472"/>
            <a:ext cx="4937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89320" y="263347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Preservation constraints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6440" y="3163824"/>
            <a:ext cx="4937760" cy="438912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316382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Keypoints for pose/geometry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6440" y="3694176"/>
            <a:ext cx="4937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89320" y="369417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Reference-image strength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920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doesn't require full access to the model's latent space — a practical v1 starts with the four fundamentals above.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5 — EDITABLE MASK ISLANDS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Changed Pixels Become Edit Islands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into separate, spatially connected regions — not one large mask.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“Remove the four people in the background and add a T-Rex.”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834640" cy="420624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74320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743200"/>
            <a:ext cx="7342632" cy="420624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3008" y="2743200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28346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16382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 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163824"/>
            <a:ext cx="73426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93008" y="3163824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Person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2834640" cy="42062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58444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 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3584448"/>
            <a:ext cx="7342632" cy="42062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93008" y="3584448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Person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05072"/>
            <a:ext cx="28346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00507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 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4005072"/>
            <a:ext cx="73426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93008" y="4005072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Person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25696"/>
            <a:ext cx="2834640" cy="42062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42569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 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4425696"/>
            <a:ext cx="7342632" cy="42062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93008" y="4425696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Person 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28346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484632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 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4846320"/>
            <a:ext cx="73426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93008" y="4846320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T-Rex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49824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not just visualization masks — they become editable objects.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5 — EDITABLE MASK ISLANDS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Islands Are Editable Objects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operations available on any island, at any time.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50592" cy="621792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/ off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36392" y="2103120"/>
            <a:ext cx="2450592" cy="621792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73552" y="210312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24144" y="2103120"/>
            <a:ext cx="2450592" cy="621792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61304" y="210312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 part of 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11896" y="2103120"/>
            <a:ext cx="2450592" cy="621792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49056" y="210312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2450592" cy="621792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88036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with another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36392" y="2880360"/>
            <a:ext cx="2450592" cy="621792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73552" y="288036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for later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24144" y="2880360"/>
            <a:ext cx="2450592" cy="621792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61304" y="288036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in another version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11896" y="2880360"/>
            <a:ext cx="2450592" cy="621792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49056" y="288036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 a reference image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5 — EDITABLE MASK ISLANDS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Non-Destructive Restoration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pixels never get permanently overwritten.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0177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If the AI removes a person, that's one island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32304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The pixels replacing the person exist inside that island — nowhere else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10177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To bring the person back, disable the island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55264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No need to reprompt “put that person back” — the original pixels are still underneath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0177272" cy="6858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931920"/>
            <a:ext cx="9628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Image = Original Image + Selected Edit Islands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5 — EDITABLE MASK ISLANDS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Generated Content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generated object isn't baked into its first location — it's a reusable asset.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834640" cy="420624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10312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7342632" cy="420624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93008" y="2103120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28346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52374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523744"/>
            <a:ext cx="73426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3008" y="2523744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object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2834640" cy="42062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294436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label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3280" y="2944368"/>
            <a:ext cx="7342632" cy="42062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93008" y="2944368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T-Rex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364992"/>
            <a:ext cx="28346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364992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edit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0" y="3364992"/>
            <a:ext cx="73426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93008" y="3364992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85616"/>
            <a:ext cx="2834640" cy="42062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785616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3785616"/>
            <a:ext cx="7342632" cy="42062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93008" y="3785616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T-Rex mask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28346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20624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83280" y="4206240"/>
            <a:ext cx="73426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93008" y="4206240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“Add a realistic T-Rex”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626864"/>
            <a:ext cx="2834640" cy="42062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62686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images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3280" y="4626864"/>
            <a:ext cx="7342632" cy="42062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93008" y="4626864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[...]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047488"/>
            <a:ext cx="28346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504748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parameters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83280" y="5047488"/>
            <a:ext cx="73426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93008" y="5047488"/>
            <a:ext cx="7123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[...]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650992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can select the T-Rex island and drag it somewhere else — the generated object becomes a reusable editing asset, not a fixed pixel region.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5 — EDITABLE MASK ISLANDS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Operations Between Islands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one island onto another and choose an operation — a spatial editing language, not another prompt.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03120" cy="658368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1031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2103120"/>
            <a:ext cx="3685032" cy="658368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61488" y="2103120"/>
            <a:ext cx="3465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36792" y="2103120"/>
            <a:ext cx="4389120" cy="658368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103120"/>
            <a:ext cx="416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2103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76148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 (A ∪ B)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2761488"/>
            <a:ext cx="36850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61488" y="2761488"/>
            <a:ext cx="3465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both islands into one region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36792" y="2761488"/>
            <a:ext cx="4389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2761488"/>
            <a:ext cx="416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neighboring background-removal islands become one editable region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2103120" cy="65836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419856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 (A ∩ B)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3419856"/>
            <a:ext cx="3685032" cy="65836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61488" y="3419856"/>
            <a:ext cx="3465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the region shared by both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36792" y="3419856"/>
            <a:ext cx="4389120" cy="65836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3419856"/>
            <a:ext cx="416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T-Rex edit ∩ ground region — keep only the portion lying inside the allowed area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78224"/>
            <a:ext cx="2103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4078224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(A − 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51760" y="4078224"/>
            <a:ext cx="36850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61488" y="4078224"/>
            <a:ext cx="3465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one island's region from another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36792" y="4078224"/>
            <a:ext cx="4389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4078224"/>
            <a:ext cx="416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shirt edit − hand mask — repairs over-editing onto the hand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736592"/>
            <a:ext cx="2103120" cy="65836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73659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 (A XOR B)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51760" y="4736592"/>
            <a:ext cx="3685032" cy="65836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61488" y="4736592"/>
            <a:ext cx="3465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each island's unique contribution, drop the overlap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36792" y="4736592"/>
            <a:ext cx="4389120" cy="65836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4736592"/>
            <a:ext cx="416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overlapping edits without merging their shared area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5 — EDITABLE MASK ISLANDS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Editing With an Eraser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becomes spatial, not chronological.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undo asks: “Which previous state do you want?”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system asks: “Which parts of this edit do you want?”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834640" cy="384048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301752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3017520"/>
            <a:ext cx="7342632" cy="384048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3017520"/>
            <a:ext cx="7123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2834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40156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0" y="3401568"/>
            <a:ext cx="734263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93008" y="3401568"/>
            <a:ext cx="7123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85616"/>
            <a:ext cx="2834640" cy="38404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78561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3280" y="3785616"/>
            <a:ext cx="7342632" cy="38404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93008" y="3785616"/>
            <a:ext cx="7123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69664"/>
            <a:ext cx="2834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16966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83280" y="4169664"/>
            <a:ext cx="734263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93008" y="4169664"/>
            <a:ext cx="7123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553712"/>
            <a:ext cx="2834640" cy="38404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455371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4553712"/>
            <a:ext cx="7342632" cy="38404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93008" y="4553712"/>
            <a:ext cx="7123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2834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493776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4937760"/>
            <a:ext cx="734263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93008" y="4937760"/>
            <a:ext cx="7123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321808"/>
            <a:ext cx="2834640" cy="38404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" y="532180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T-Rex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83280" y="5321808"/>
            <a:ext cx="7342632" cy="384048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93008" y="5321808"/>
            <a:ext cx="7123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4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88736"/>
            <a:ext cx="10177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Erasing part of an island means: show the parent image there instead. The final image combines pieces from several versions at once.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5 — EDITABLE MASK ISLANDS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as the Foundation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island keeps its own metadata — it's not just provenance, it's an interface for future editing.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“Move the T-Rex from the previous edit.”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“Restore Person 2.”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“Use the same handbag from Edit 5.”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“Apply this island to another image.”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7680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“Protect everything outside these two islands.”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9204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becomes answerable once metadata lives at the island level rather than the image level.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Phases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White-box mechanism first, then black-box behavior on commercial tools.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937760" cy="329184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LOCAL WHITE-BOX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diffusion model where every sampling choice is visible — investigates mechanism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2103120"/>
            <a:ext cx="4937760" cy="3291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80760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COMMERCIAL BLACK-BOX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interaction concepts tested against commercial models — investigates observable behavior, not internals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STRATEGY — PHASE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Progressive Local Test List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builds on the last, from baseline generation to the full island system.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Baseline generation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054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Sampling parameters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077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Editing strength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101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Masks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124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Previews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21031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Structured prompts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25054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Supporting references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29077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Edit islands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33101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 Boolean island operations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37124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 Partial erasing and recomposition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STRATEGY — PHASE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Stable Diffusion Fits 8GB?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1.5 is the pragmatic choice — not the newest, but the most headroom to experiment.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03120" cy="548640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10312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2103120"/>
            <a:ext cx="5330952" cy="548640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61488" y="2103120"/>
            <a:ext cx="5111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on 8GB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982712" y="2103120"/>
            <a:ext cx="2743200" cy="548640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92440" y="21031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2103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6517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1.5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51760" y="2651760"/>
            <a:ext cx="53309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61488" y="2651760"/>
            <a:ext cx="5111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~3–4GB fp16 — comfortable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82712" y="265176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92440" y="265176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this experiment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2103120" cy="54864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2004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2.1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51760" y="3200400"/>
            <a:ext cx="5330952" cy="54864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61488" y="3200400"/>
            <a:ext cx="5111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~4–5GB fp16 — comfortable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82712" y="3200400"/>
            <a:ext cx="2743200" cy="54864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2440" y="32004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 alternative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2103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7490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SDXL 1.0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51760" y="3749040"/>
            <a:ext cx="53309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61488" y="3749040"/>
            <a:ext cx="5111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~7GB fp16 — tight, batch=1, no refiner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82712" y="374904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92440" y="374904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Workable, less headroom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2103120" cy="54864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29768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SDXL Turbo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51760" y="4297680"/>
            <a:ext cx="5330952" cy="54864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61488" y="4297680"/>
            <a:ext cx="5111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as SDXL, but only 1–4 steps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82712" y="4297680"/>
            <a:ext cx="2743200" cy="548640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92440" y="42976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tool — too few steps to study a path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846320"/>
            <a:ext cx="2103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484632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SD3 Medium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651760" y="4846320"/>
            <a:ext cx="53309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761488" y="4846320"/>
            <a:ext cx="5111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~5–6GB fp16 — comfortable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82712" y="484632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92440" y="48463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upgrade path later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STRATEGY — PHASE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E9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measurement throughout: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Requested Change vs. Unrequested Change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280160" cy="18288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0233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highly controllable system maximizes the intended change while minimizing everything else that changes.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STRATEGY — PHASE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Model-Independent Control Layer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build this control layer around commercial models, without assuming shared internals?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834640" y="2103120"/>
            <a:ext cx="5605272" cy="310896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34640" y="2103120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414016"/>
            <a:ext cx="5605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2523744"/>
            <a:ext cx="5605272" cy="310896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2523744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parser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834640"/>
            <a:ext cx="5605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2944368"/>
            <a:ext cx="5605272" cy="310896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2944368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edit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255264"/>
            <a:ext cx="5605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3364992"/>
            <a:ext cx="5605272" cy="310896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34640" y="3364992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compiler / Masks &amp; islands / References manager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675888"/>
            <a:ext cx="5605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3785616"/>
            <a:ext cx="5605272" cy="310896"/>
          </a:xfrm>
          <a:prstGeom prst="rect">
            <a:avLst/>
          </a:prstGeom>
          <a:solidFill>
            <a:srgbClr val="0A0A0A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34640" y="3785616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API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4096512"/>
            <a:ext cx="5605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4206240"/>
            <a:ext cx="5605272" cy="310896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34640" y="4206240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preview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4517136"/>
            <a:ext cx="5605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34640" y="4626864"/>
            <a:ext cx="5605272" cy="310896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34640" y="4626864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result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834640" y="4937760"/>
            <a:ext cx="5605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34640" y="5047488"/>
            <a:ext cx="5605272" cy="310896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34640" y="5047488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Parent/result comparison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5358384"/>
            <a:ext cx="5605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34640" y="5468112"/>
            <a:ext cx="5605272" cy="310896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34640" y="5468112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Changed-pixel masks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2834640" y="5779008"/>
            <a:ext cx="5605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5888736"/>
            <a:ext cx="5605272" cy="310896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834640" y="5888736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islands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2834640" y="6199632"/>
            <a:ext cx="5605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4640" y="6309360"/>
            <a:ext cx="5605272" cy="310896"/>
          </a:xfrm>
          <a:prstGeom prst="rect">
            <a:avLst/>
          </a:prstGeom>
          <a:solidFill>
            <a:srgbClr val="EDEDE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34640" y="6309360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+ version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STRATEGY — PHASE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Claim of Equivalence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 experiment produces hypotheses; the black-box comparison tests whether they hold.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0177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Different architectures, different training data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14016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Commercial tools may use entirely different pipelines internally — SD 1.5 findings are a hypothesis generator, not a direct prediction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16352"/>
            <a:ext cx="10177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The question is behavioral, not structural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27248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“Can we build a model-independent control layer around them?” — not “do they work like SD 1.5 internally?”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9584"/>
            <a:ext cx="10177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If a pattern holds locally and transfers to the black-box result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840480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That's a genuine finding about the interaction layer, independent of any one model's internals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Overall Research Contribution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generative image-editing model — a control and representation layer.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0177272" cy="6858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9628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→ Image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10177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0177272" cy="8686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520440"/>
            <a:ext cx="9628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→ Structured Intent → Preview → Generative Edit → Editable Islands → Metadata → Reusable Version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17720"/>
            <a:ext cx="10177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broader research question: how much generative-image controllability can be moved out of the model itself and into the interaction, representation, metadata, and compositing layers?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This as a Feature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axes, per approach: value, feasibility, differentiation, biggest risk.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48840" cy="603504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103120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697480" y="2103120"/>
            <a:ext cx="1600200" cy="603504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07208" y="2103120"/>
            <a:ext cx="1380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1417320" cy="603504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07408" y="2103120"/>
            <a:ext cx="1197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5715000" y="2103120"/>
            <a:ext cx="1508760" cy="603504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24728" y="2103120"/>
            <a:ext cx="1289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223760" y="2103120"/>
            <a:ext cx="3502152" cy="603504"/>
          </a:xfrm>
          <a:prstGeom prst="rect">
            <a:avLst/>
          </a:prstGeom>
          <a:solidFill>
            <a:srgbClr val="0A0A0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33488" y="2103120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risk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48640" y="2706624"/>
            <a:ext cx="21488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706624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Fast Preview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2697480" y="2706624"/>
            <a:ext cx="16002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07208" y="2706624"/>
            <a:ext cx="1380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297680" y="2706624"/>
            <a:ext cx="1417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07408" y="2706624"/>
            <a:ext cx="1197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715000" y="2706624"/>
            <a:ext cx="1508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24728" y="2706624"/>
            <a:ext cx="1289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223760" y="2706624"/>
            <a:ext cx="350215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33488" y="2706624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may not predict final quality well enough to be trusted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2148840" cy="60350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3310128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Version Control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2697480" y="3310128"/>
            <a:ext cx="1600200" cy="60350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07208" y="3310128"/>
            <a:ext cx="1380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 (high w/ #5)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297680" y="3310128"/>
            <a:ext cx="1417320" cy="60350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07408" y="3310128"/>
            <a:ext cx="1197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715000" y="3310128"/>
            <a:ext cx="1508760" cy="60350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24728" y="3310128"/>
            <a:ext cx="1289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7223760" y="3310128"/>
            <a:ext cx="3502152" cy="60350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33488" y="3310128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UI-complexity trap — the tree itself, exposed wrong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548640" y="3913632"/>
            <a:ext cx="21488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3913632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Supporting References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2697480" y="3913632"/>
            <a:ext cx="16002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807208" y="3913632"/>
            <a:ext cx="1380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for some tasks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4297680" y="3913632"/>
            <a:ext cx="1417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07408" y="3913632"/>
            <a:ext cx="1197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5715000" y="3913632"/>
            <a:ext cx="1508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824728" y="3913632"/>
            <a:ext cx="1289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7223760" y="3913632"/>
            <a:ext cx="350215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33488" y="3913632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 friction to supply and label references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548640" y="4517136"/>
            <a:ext cx="2148840" cy="60350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8368" y="4517136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Structured Controls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2697480" y="4517136"/>
            <a:ext cx="1600200" cy="60350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807208" y="4517136"/>
            <a:ext cx="1380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4297680" y="4517136"/>
            <a:ext cx="1417320" cy="60350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407408" y="4517136"/>
            <a:ext cx="1197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(v1 subset)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5715000" y="4517136"/>
            <a:ext cx="1508760" cy="60350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824728" y="4517136"/>
            <a:ext cx="1289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Low–Medium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7223760" y="4517136"/>
            <a:ext cx="3502152" cy="603504"/>
          </a:xfrm>
          <a:prstGeom prst="rect">
            <a:avLst/>
          </a:prstGeom>
          <a:solidFill>
            <a:srgbClr val="EDEDED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333488" y="4517136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prompt→structured-operation parser is an underspecified NLP problem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548640" y="5120640"/>
            <a:ext cx="21488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8368" y="5120640"/>
            <a:ext cx="1929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Editable Mask Islands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2697480" y="5120640"/>
            <a:ext cx="16002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807208" y="5120640"/>
            <a:ext cx="1380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4297680" y="5120640"/>
            <a:ext cx="1417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407408" y="5120640"/>
            <a:ext cx="1197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Low–Medium</a:t>
            </a:r>
            <a:endParaRPr lang="en-US" sz="930" dirty="0"/>
          </a:p>
        </p:txBody>
      </p:sp>
      <p:sp>
        <p:nvSpPr>
          <p:cNvPr id="61" name="Shape 59"/>
          <p:cNvSpPr/>
          <p:nvPr/>
        </p:nvSpPr>
        <p:spPr>
          <a:xfrm>
            <a:off x="5715000" y="5120640"/>
            <a:ext cx="1508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824728" y="5120640"/>
            <a:ext cx="12893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930" dirty="0"/>
          </a:p>
        </p:txBody>
      </p:sp>
      <p:sp>
        <p:nvSpPr>
          <p:cNvPr id="63" name="Shape 61"/>
          <p:cNvSpPr/>
          <p:nvPr/>
        </p:nvSpPr>
        <p:spPr>
          <a:xfrm>
            <a:off x="7223760" y="5120640"/>
            <a:ext cx="350215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333488" y="5120640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pixel diffing won't produce clean semantic islands</a:t>
            </a:r>
            <a:endParaRPr lang="en-US" sz="930" dirty="0"/>
          </a:p>
        </p:txBody>
      </p:sp>
      <p:sp>
        <p:nvSpPr>
          <p:cNvPr id="65" name="Text 63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Read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approach earns the same confidence.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1 and 4 are the safe MVP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95728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Established techniques, no research risk — and the infrastructure everything else needs anyway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16352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2 is connective tissue, not a headline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08960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Only pays off once 1, 4, and especially 5 exist to populate it — selling it alone undersells and oversells it at once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9584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3 is genuinely differentiated but UX-risky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822192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No shipped consumer tool does explicit reference-role binding this way — the risk is user friction, not the model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42816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5 is the actual bet, and it's not yet validated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535424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The most patent-relevant part of the document, and the one with no shipped precedent — pixel diffing against the parent will pick up encoder noise and legitimate cross-object changes, not clean island boundaries. Getting from “changed pixels” to “semantically separable islands” is the unsolved step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Missing From the Evaluation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gaps that matter for an actual go/no-go call.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0177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No cost model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32304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Version trees, per-island metadata, and stored references are a lot of state per session — no storage or compute estimate exists anywhere in the plan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10177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No validation loop back to the existing evaluation protocol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55264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The 14-measure framework and “Requested vs. Unrequested Change” metric already exist — Approach 5 should be judged by that framework before it's judged by demo appeal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47872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Specifically: does adding islands improve that score, or does the added UI complexity net-negative on usability the way Textoshop found layers do?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Sequencing Recommendation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1280160" cy="18288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834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as v1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834640"/>
            <a:ext cx="6336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Approaches 1 + 4 — established techniques, no research risk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564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alongside, as infrastructure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3456432"/>
            <a:ext cx="6336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2 — not a standalone pitch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782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as research spikes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4078224"/>
            <a:ext cx="6336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Approaches 3 + 5 — not committed roadmap items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000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test for the spikes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4700016"/>
            <a:ext cx="6336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existing assessment protocol — not demo appeal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3246120"/>
            <a:ext cx="1280160" cy="18288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474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approaches — fast preview, version control, supporting references, structured controls, editable islands — tested locally first, then on commercial black boxes. Two ship now, one is infrastructure, two are unvalidated research spikes. Generative editing becomes a genuinely editable medium, not a cycle of prompting and regenerating.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2026-09-21T20:53:51Z</dcterms:created>
  <dcterms:modified xsi:type="dcterms:W3CDTF">2026-09-21T20:53:51Z</dcterms:modified>
</cp:coreProperties>
</file>